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saveSubsetFonts="1">
  <p:sldMasterIdLst>
    <p:sldMasterId id="2147483648" r:id="rId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Master" Target="slideMasters/slideMaster1.xml"/>
<Relationship Id="rId10" Type="http://schemas.openxmlformats.org/officeDocument/2006/relationships/presProps" Target="presProps.xml"/>
<Relationship Id="rId11" Type="http://schemas.openxmlformats.org/officeDocument/2006/relationships/viewProps" Target="viewProps.xml"/>
<Relationship Id="rId12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dex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640080"/>
            <a:ext cx="164592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68680" y="65836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285750">
              <a:buNone/>
            </a:pPr>
            <a:r>
              <a:rPr lang="zh-CN" sz="2400"/>
              <a:t>Demand Intelligence Platform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868680" y="132588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285750">
              <a:buNone/>
            </a:pPr>
            <a:r>
              <a:rPr lang="zh-CN" sz="1400"/>
              <a:t>老板汇报版交付摘要</a:t>
            </a:r>
            <a:endParaRPr lang="zh-CN" sz="1400"/>
          </a:p>
        </p:txBody>
      </p:sp>
      <p:sp>
        <p:nvSpPr>
          <p:cNvPr id="5" name="Body"/>
          <p:cNvSpPr txBox="1"/>
          <p:nvPr/>
        </p:nvSpPr>
        <p:spPr>
          <a:xfrm>
            <a:off x="960120" y="1920240"/>
            <a:ext cx="1014984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420000" indent="-285750">
              <a:buChar char="•"/>
            </a:pPr>
            <a:r>
              <a:rPr lang="zh-CN" sz="1800"/>
              <a:t>一句话定义：把公开市场信号转化为客群、产品与增长决策的需求情报系统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面向用户：CEO、业务线负责人、战略负责人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当前状态：第一阶段完整闭环已交付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当前形态：云上 API + Mac Worker + 在线工作台</a:t>
            </a:r>
            <a:endParaRPr lang="zh-CN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640080"/>
            <a:ext cx="164592" cy="9144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68680" y="65836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285750">
              <a:buNone/>
            </a:pPr>
            <a:r>
              <a:rPr lang="zh-CN" sz="2400"/>
              <a:t>为什么要做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868680" y="132588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285750">
              <a:buNone/>
            </a:pPr>
            <a:r>
              <a:rPr lang="zh-CN" sz="1400"/>
              <a:t>从零散研究升级到持续决策</a:t>
            </a:r>
            <a:endParaRPr lang="zh-CN" sz="1400"/>
          </a:p>
        </p:txBody>
      </p:sp>
      <p:sp>
        <p:nvSpPr>
          <p:cNvPr id="5" name="Body"/>
          <p:cNvSpPr txBox="1"/>
          <p:nvPr/>
        </p:nvSpPr>
        <p:spPr>
          <a:xfrm>
            <a:off x="960120" y="1920240"/>
            <a:ext cx="1014984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420000" indent="-285750">
              <a:buChar char="•"/>
            </a:pPr>
            <a:r>
              <a:rPr lang="zh-CN" sz="1800"/>
              <a:t>过去依赖零散社媒观察、手工搜帖、静态快照式报告和个人经验判断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直接导致：市场变化发现太慢、客群判断不稳定、产品包装脱离用户原话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项目目标：把公开市场信号持续化、结构化、决策化</a:t>
            </a:r>
            <a:endParaRPr lang="zh-CN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640080"/>
            <a:ext cx="164592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68680" y="65836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285750">
              <a:buNone/>
            </a:pPr>
            <a:r>
              <a:rPr lang="zh-CN" sz="2400"/>
              <a:t>本次交付了什么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868680" y="132588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285750">
              <a:buNone/>
            </a:pPr>
            <a:r>
              <a:rPr lang="zh-CN" sz="1400"/>
              <a:t>不是单点爬虫，而是一套完整系统</a:t>
            </a:r>
            <a:endParaRPr lang="zh-CN" sz="1400"/>
          </a:p>
        </p:txBody>
      </p:sp>
      <p:sp>
        <p:nvSpPr>
          <p:cNvPr id="5" name="Body"/>
          <p:cNvSpPr txBox="1"/>
          <p:nvPr/>
        </p:nvSpPr>
        <p:spPr>
          <a:xfrm>
            <a:off x="960120" y="1920240"/>
            <a:ext cx="1014984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420000" indent="-285750">
              <a:buChar char="•"/>
            </a:pPr>
            <a:r>
              <a:rPr lang="zh-CN" sz="1800"/>
              <a:t>Study 创建、关键词推荐与首跑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Dashboard、Weekly Brief、Operations 三大核心界面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thread/comment 实体底座 + 增量刷新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browser / hot_threads / adaptive 调度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stop、retry、worker 状态、运维告警</a:t>
            </a:r>
            <a:endParaRPr lang="zh-CN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640080"/>
            <a:ext cx="164592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68680" y="65836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285750">
              <a:buNone/>
            </a:pPr>
            <a:r>
              <a:rPr lang="zh-CN" sz="2400"/>
              <a:t>产品与业务成果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868680" y="132588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285750">
              <a:buNone/>
            </a:pPr>
            <a:r>
              <a:rPr lang="zh-CN" sz="1400"/>
              <a:t>形成可被团队使用的研究工作流</a:t>
            </a:r>
            <a:endParaRPr lang="zh-CN" sz="1400"/>
          </a:p>
        </p:txBody>
      </p:sp>
      <p:sp>
        <p:nvSpPr>
          <p:cNvPr id="5" name="Body"/>
          <p:cNvSpPr txBox="1"/>
          <p:nvPr/>
        </p:nvSpPr>
        <p:spPr>
          <a:xfrm>
            <a:off x="960120" y="1920240"/>
            <a:ext cx="1014984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420000" indent="-285750">
              <a:buChar char="•"/>
            </a:pPr>
            <a:r>
              <a:rPr lang="zh-CN" sz="1800"/>
              <a:t>选客群：高价值客群榜、热力图、机会分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定产品：Packaging Studio、推荐产品包、价值主张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看趋势：时间序列趋势图、异常波动、变化解释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看执行：队列、任务、Worker 在线状态、停止当前爬取</a:t>
            </a:r>
            <a:endParaRPr lang="zh-CN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640080"/>
            <a:ext cx="164592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68680" y="65836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285750">
              <a:buNone/>
            </a:pPr>
            <a:r>
              <a:rPr lang="zh-CN" sz="2400"/>
              <a:t>技术闭环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868680" y="132588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285750">
              <a:buNone/>
            </a:pPr>
            <a:r>
              <a:rPr lang="zh-CN" sz="1400"/>
              <a:t>云上 API + Mac Worker + 在线工作台</a:t>
            </a:r>
            <a:endParaRPr lang="zh-CN" sz="1400"/>
          </a:p>
        </p:txBody>
      </p:sp>
      <p:sp>
        <p:nvSpPr>
          <p:cNvPr id="5" name="Body"/>
          <p:cNvSpPr txBox="1"/>
          <p:nvPr/>
        </p:nvSpPr>
        <p:spPr>
          <a:xfrm>
            <a:off x="960120" y="1920240"/>
            <a:ext cx="1014984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420000" indent="-285750">
              <a:buChar char="•"/>
            </a:pPr>
            <a:r>
              <a:rPr lang="zh-CN" sz="1800"/>
              <a:t>腾讯云 API 管理 Study、任务、调度与结果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Mac Worker 认领 browser / hot_threads 任务并执行浏览器采集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采集结果回写 raw / entities / payload，再由 Dashboard 读取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具备多级队列、优先级编排、停止、重试与异常告警能力</a:t>
            </a:r>
            <a:endParaRPr lang="zh-CN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640080"/>
            <a:ext cx="164592" cy="9144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68680" y="65836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285750">
              <a:buNone/>
            </a:pPr>
            <a:r>
              <a:rPr lang="zh-CN" sz="2400"/>
              <a:t>测试与验收结果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868680" y="132588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285750">
              <a:buNone/>
            </a:pPr>
            <a:r>
              <a:rPr lang="zh-CN" sz="1400"/>
              <a:t>核心闭环已验证通过</a:t>
            </a:r>
            <a:endParaRPr lang="zh-CN" sz="1400"/>
          </a:p>
        </p:txBody>
      </p:sp>
      <p:sp>
        <p:nvSpPr>
          <p:cNvPr id="5" name="Body"/>
          <p:cNvSpPr txBox="1"/>
          <p:nvPr/>
        </p:nvSpPr>
        <p:spPr>
          <a:xfrm>
            <a:off x="960120" y="1920240"/>
            <a:ext cx="1014984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420000" indent="-285750">
              <a:buChar char="•"/>
            </a:pPr>
            <a:r>
              <a:rPr lang="zh-CN" sz="1800"/>
              <a:t>系统可访问、Study 可创建、任务可入队、Mac Worker 可认领任务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结果可回写、停止当前爬取、失败任务重试、Worker 在线状态可感知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结论：第一阶段已达到“团队可用、可演示、可持续扩展”的门槛</a:t>
            </a:r>
            <a:endParaRPr lang="zh-CN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640080"/>
            <a:ext cx="164592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68680" y="65836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285750">
              <a:buNone/>
            </a:pPr>
            <a:r>
              <a:rPr lang="zh-CN" sz="2400"/>
              <a:t>当前上线资产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868680" y="132588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285750">
              <a:buNone/>
            </a:pPr>
            <a:r>
              <a:rPr lang="zh-CN" sz="1400"/>
              <a:t>代码、产品与运维入口已齐备</a:t>
            </a:r>
            <a:endParaRPr lang="zh-CN" sz="1400"/>
          </a:p>
        </p:txBody>
      </p:sp>
      <p:sp>
        <p:nvSpPr>
          <p:cNvPr id="5" name="Body"/>
          <p:cNvSpPr txBox="1"/>
          <p:nvPr/>
        </p:nvSpPr>
        <p:spPr>
          <a:xfrm>
            <a:off x="960120" y="1920240"/>
            <a:ext cx="1014984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420000" indent="-285750">
              <a:buChar char="•"/>
            </a:pPr>
            <a:r>
              <a:rPr lang="zh-CN" sz="1800"/>
              <a:t>GitHub：github.com/Perrilee711/raddit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团队工作台：http://43.162.90.26/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API 健康检查：http://43.162.90.26/api/health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Vercel 展示版：https://skill-deploy-jr9bh4v87v.vercel.app</a:t>
            </a:r>
            <a:endParaRPr lang="zh-CN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40080" y="640080"/>
            <a:ext cx="164592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68680" y="65836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285750">
              <a:buNone/>
            </a:pPr>
            <a:r>
              <a:rPr lang="zh-CN" sz="2400"/>
              <a:t>下一阶段建议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868680" y="132588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-285750">
              <a:buNone/>
            </a:pPr>
            <a:r>
              <a:rPr lang="zh-CN" sz="1400"/>
              <a:t>生产化增强 + 方法论复用</a:t>
            </a:r>
            <a:endParaRPr lang="zh-CN" sz="1400"/>
          </a:p>
        </p:txBody>
      </p:sp>
      <p:sp>
        <p:nvSpPr>
          <p:cNvPr id="5" name="Body"/>
          <p:cNvSpPr txBox="1"/>
          <p:nvPr/>
        </p:nvSpPr>
        <p:spPr>
          <a:xfrm>
            <a:off x="960120" y="1920240"/>
            <a:ext cx="1014984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420000" indent="-285750">
              <a:buChar char="•"/>
            </a:pPr>
            <a:r>
              <a:rPr lang="zh-CN" sz="1800"/>
              <a:t>生产化增强：HTTPS API、正式域名、更正式鉴权、数据库化持久层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方法论复用：沿用 BRD、PRD、UI、Technical、QA、Release 的完整交付结构</a:t>
            </a:r>
            <a:endParaRPr lang="zh-CN" sz="1800"/>
          </a:p>
          <a:p>
            <a:pPr marL="420000" indent="-285750">
              <a:buChar char="•"/>
            </a:pPr>
            <a:r>
              <a:rPr lang="zh-CN" sz="1800"/>
              <a:t>管理层结论：项目已从单次研究脚本升级为可复用的需求情报系统样板</a:t>
            </a:r>
            <a:endParaRPr lang="zh-CN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Theme">
  <a:themeElements>
    <a:clrScheme name="Codex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10B981"/>
      </a:accent2>
      <a:accent3>
        <a:srgbClr val="F59E0B"/>
      </a:accent3>
      <a:accent4>
        <a:srgbClr val="8B5CF6"/>
      </a:accent4>
      <a:accent5>
        <a:srgbClr val="0EA5E9"/>
      </a:accent5>
      <a:accent6>
        <a:srgbClr val="EF4444"/>
      </a:accent6>
      <a:hlink>
        <a:srgbClr val="2563EB"/>
      </a:hlink>
      <a:folHlink>
        <a:srgbClr val="7C3AED"/>
      </a:folHlink>
    </a:clrScheme>
    <a:fontScheme name="Codex">
      <a:majorFont>
        <a:latin typeface="Arial"/>
        <a:ea typeface="PingFang SC"/>
        <a:cs typeface="Arial"/>
      </a:majorFont>
      <a:minorFont>
        <a:latin typeface="Arial"/>
        <a:ea typeface="PingFang SC"/>
        <a:cs typeface="Arial"/>
      </a:minorFont>
    </a:fontScheme>
    <a:fmtScheme name="Codex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8</vt:i4>
      </vt:variant>
    </vt:vector>
  </HeadingPairs>
  <TitlesOfParts>
    <vt:vector size="8" baseType="lpstr">
      <vt:lpstr>Slide</vt:lpstr>
      <vt:lpstr>Slide</vt:lpstr>
      <vt:lpstr>Slide</vt:lpstr>
      <vt:lpstr>Slide</vt:lpstr>
      <vt:lpstr>Slide</vt:lpstr>
      <vt:lpstr>Slide</vt:lpstr>
      <vt:lpstr>Slide</vt:lpstr>
      <vt:lpstr>Slide</vt:lpstr>
    </vt:vector>
  </TitlesOfParts>
  <Company>Fishgoo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Intelligence Platform｜老板汇报版交付摘要</dc:title>
  <dc:creator>Codex</dc:creator>
  <cp:lastModifiedBy>Codex</cp:lastModifiedBy>
  <dcterms:created xsi:type="dcterms:W3CDTF">2026-03-21T13:01:27Z</dcterms:created>
  <dcterms:modified xsi:type="dcterms:W3CDTF">2026-03-21T13:01:27Z</dcterms:modified>
</cp:coreProperties>
</file>